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DEEP CH.V.S.S" userId="c304ff66affb33b6" providerId="LiveId" clId="{50DCFD4C-0C53-4A70-8D79-C238616CAD91}"/>
    <pc:docChg chg="modSld">
      <pc:chgData name="RAJDEEP CH.V.S.S" userId="c304ff66affb33b6" providerId="LiveId" clId="{50DCFD4C-0C53-4A70-8D79-C238616CAD91}" dt="2026-10-19T14:06:09.834" v="73" actId="20577"/>
      <pc:docMkLst>
        <pc:docMk/>
      </pc:docMkLst>
      <pc:sldChg chg="modSp mod">
        <pc:chgData name="RAJDEEP CH.V.S.S" userId="c304ff66affb33b6" providerId="LiveId" clId="{50DCFD4C-0C53-4A70-8D79-C238616CAD91}" dt="2026-10-19T14:06:09.834" v="73" actId="20577"/>
        <pc:sldMkLst>
          <pc:docMk/>
          <pc:sldMk cId="0" sldId="256"/>
        </pc:sldMkLst>
        <pc:spChg chg="mod">
          <ac:chgData name="RAJDEEP CH.V.S.S" userId="c304ff66affb33b6" providerId="LiveId" clId="{50DCFD4C-0C53-4A70-8D79-C238616CAD91}" dt="2026-10-19T14:06:09.834" v="73" actId="20577"/>
          <ac:spMkLst>
            <pc:docMk/>
            <pc:sldMk cId="0" sldId="256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548640"/>
            <a:ext cx="2286000" cy="2286000"/>
          </a:xfrm>
          <a:prstGeom prst="ellipse">
            <a:avLst/>
          </a:prstGeom>
          <a:solidFill>
            <a:srgbClr val="266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2011680"/>
            <a:ext cx="1463040" cy="1463040"/>
          </a:xfrm>
          <a:prstGeom prst="ellipse">
            <a:avLst/>
          </a:prstGeom>
          <a:solidFill>
            <a:srgbClr val="35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0" y="3017520"/>
            <a:ext cx="1097280" cy="1097280"/>
          </a:xfrm>
          <a:prstGeom prst="ellipse">
            <a:avLst/>
          </a:prstGeom>
          <a:solidFill>
            <a:srgbClr val="37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694944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CYBERSECURITY</a:t>
            </a:r>
          </a:p>
          <a:p>
            <a:pPr algn="l"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71800"/>
            <a:ext cx="6766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900" b="1">
                <a:solidFill>
                  <a:srgbClr val="35BED2"/>
                </a:solidFill>
                <a:latin typeface="Aptos"/>
              </a:defRPr>
            </a:pPr>
            <a:r>
              <a:t>WEEK 1  |  Learning, Labs &amp; Writeups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794760"/>
            <a:ext cx="6217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DG Interns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800600"/>
            <a:ext cx="621792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DCE6F2"/>
                </a:solidFill>
                <a:latin typeface="Aptos"/>
              </a:defRPr>
            </a:pPr>
            <a:r>
              <a:rPr dirty="0"/>
              <a:t>Prepared by:</a:t>
            </a:r>
            <a:r>
              <a:rPr lang="en-IN" dirty="0"/>
              <a:t> CHINTALAPUDI VENKATA SIVA </a:t>
            </a:r>
            <a:r>
              <a:rPr lang="en-IN"/>
              <a:t>SAI RAJDEEP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96112" y="6263640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35BED2"/>
                </a:solidFill>
                <a:latin typeface="Aptos"/>
              </a:defRPr>
            </a:pPr>
            <a:r>
              <a:t>BUILD • PRACTISE • DOCUMENT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122039"/>
                </a:solidFill>
                <a:latin typeface="Aptos"/>
              </a:defRPr>
            </a:pPr>
            <a:r>
              <a:t>Week 1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05840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C6C7E"/>
                </a:solidFill>
                <a:latin typeface="Aptos"/>
              </a:defRPr>
            </a:pPr>
            <a:r>
              <a:t>The goal was to build a practical foundation in cybersecurity, Linux, and networking.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81328"/>
            <a:ext cx="777240" cy="54864"/>
          </a:xfrm>
          <a:prstGeom prst="rect">
            <a:avLst/>
          </a:prstGeom>
          <a:solidFill>
            <a:srgbClr val="35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1645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5C6C7E"/>
                </a:solidFill>
                <a:latin typeface="Aptos"/>
              </a:defRPr>
            </a:pPr>
            <a:r>
              <a:t>WEEK 1  • 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1828800"/>
          </a:xfrm>
          <a:prstGeom prst="roundRect">
            <a:avLst/>
          </a:prstGeom>
          <a:solidFill>
            <a:srgbClr val="EEF4FA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73152" cy="1828800"/>
          </a:xfrm>
          <a:prstGeom prst="rect">
            <a:avLst/>
          </a:prstGeom>
          <a:solidFill>
            <a:srgbClr val="266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22039"/>
                </a:solidFill>
                <a:latin typeface="Aptos"/>
              </a:defRPr>
            </a:pPr>
            <a:r>
              <a:t>Cybersecurity basics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30175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CIA Triad, security roles, common threats, and ethical practice.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29000" cy="1828800"/>
          </a:xfrm>
          <a:prstGeom prst="roundRect">
            <a:avLst/>
          </a:prstGeom>
          <a:solidFill>
            <a:srgbClr val="EEF4FA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73152" cy="1828800"/>
          </a:xfrm>
          <a:prstGeom prst="rect">
            <a:avLst/>
          </a:prstGeom>
          <a:solidFill>
            <a:srgbClr val="35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22039"/>
                </a:solidFill>
                <a:latin typeface="Aptos"/>
              </a:defRPr>
            </a:pPr>
            <a:r>
              <a:t>Hands-on 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23160"/>
            <a:ext cx="30175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Kali Linux, Ubuntu, VirtualBox, host-only networking, and Linux commands.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429000" cy="1828800"/>
          </a:xfrm>
          <a:prstGeom prst="roundRect">
            <a:avLst/>
          </a:prstGeom>
          <a:solidFill>
            <a:srgbClr val="EEF4FA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73152" cy="1828800"/>
          </a:xfrm>
          <a:prstGeom prst="rect">
            <a:avLst/>
          </a:prstGeom>
          <a:solidFill>
            <a:srgbClr val="37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2011680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22039"/>
                </a:solidFill>
                <a:latin typeface="Aptos"/>
              </a:defRPr>
            </a:pPr>
            <a:r>
              <a:t>Learning platforms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423160"/>
            <a:ext cx="30175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OverTheWire Bandit, TryHackMe topics, notes, and writeups.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103327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122039"/>
                </a:solidFill>
                <a:latin typeface="Aptos"/>
              </a:defRPr>
            </a:pPr>
            <a:r>
              <a:t>Focus: learn the concept → practise it → record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122039"/>
                </a:solidFill>
                <a:latin typeface="Aptos"/>
              </a:defRPr>
            </a:pPr>
            <a:r>
              <a:t>Cybersecurity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05840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C6C7E"/>
                </a:solidFill>
                <a:latin typeface="Aptos"/>
              </a:defRPr>
            </a:pPr>
            <a:r>
              <a:t>Core ideas that guide how systems and information are protected.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81328"/>
            <a:ext cx="777240" cy="54864"/>
          </a:xfrm>
          <a:prstGeom prst="rect">
            <a:avLst/>
          </a:prstGeom>
          <a:solidFill>
            <a:srgbClr val="35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1645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5C6C7E"/>
                </a:solidFill>
                <a:latin typeface="Aptos"/>
              </a:defRPr>
            </a:pPr>
            <a:r>
              <a:t>WEEK 1  •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383280" cy="2468880"/>
          </a:xfrm>
          <a:prstGeom prst="roundRect">
            <a:avLst/>
          </a:prstGeom>
          <a:solidFill>
            <a:srgbClr val="EEF4FA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73152" cy="2468880"/>
          </a:xfrm>
          <a:prstGeom prst="rect">
            <a:avLst/>
          </a:prstGeom>
          <a:solidFill>
            <a:srgbClr val="266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2971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22039"/>
                </a:solidFill>
                <a:latin typeface="Aptos"/>
              </a:defRPr>
            </a:pPr>
            <a:r>
              <a:t>CIA Triad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2971800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Confidentiality — only authorised access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Integrity — data stays accurate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Availability — services are accessible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383280" cy="2468880"/>
          </a:xfrm>
          <a:prstGeom prst="roundRect">
            <a:avLst/>
          </a:prstGeom>
          <a:solidFill>
            <a:srgbClr val="EEF4FA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73152" cy="2468880"/>
          </a:xfrm>
          <a:prstGeom prst="rect">
            <a:avLst/>
          </a:prstGeom>
          <a:solidFill>
            <a:srgbClr val="35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011680"/>
            <a:ext cx="2971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22039"/>
                </a:solidFill>
                <a:latin typeface="Aptos"/>
              </a:defRPr>
            </a:pPr>
            <a:r>
              <a:t>Threats &amp; risks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423160"/>
            <a:ext cx="2971800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Threat: something that can cause harm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Vulnerability: a weakness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Risk: likelihood and impact of harm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28800"/>
            <a:ext cx="3383280" cy="2468880"/>
          </a:xfrm>
          <a:prstGeom prst="roundRect">
            <a:avLst/>
          </a:prstGeom>
          <a:solidFill>
            <a:srgbClr val="EEF4FA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828800"/>
            <a:ext cx="73152" cy="2468880"/>
          </a:xfrm>
          <a:prstGeom prst="rect">
            <a:avLst/>
          </a:prstGeom>
          <a:solidFill>
            <a:srgbClr val="37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011680"/>
            <a:ext cx="2971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22039"/>
                </a:solidFill>
                <a:latin typeface="Aptos"/>
              </a:defRPr>
            </a:pPr>
            <a:r>
              <a:t>Security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423160"/>
            <a:ext cx="2971800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SOC Analyst: monitors and investigates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Pen Tester: tests with permission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Incident Responder: helps contain incidents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83480"/>
            <a:ext cx="10424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22039"/>
                </a:solidFill>
                <a:latin typeface="Aptos"/>
              </a:defRPr>
            </a:pPr>
            <a:r>
              <a:t>Ethical rule: only test systems when you have clear permission and scope.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122039"/>
                </a:solidFill>
                <a:latin typeface="Aptos"/>
              </a:defRPr>
            </a:pPr>
            <a:r>
              <a:t>Virtual machines &amp; networking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05840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C6C7E"/>
                </a:solidFill>
                <a:latin typeface="Aptos"/>
              </a:defRPr>
            </a:pPr>
            <a:r>
              <a:t>Set up a small lab environment for safe practice.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81328"/>
            <a:ext cx="777240" cy="54864"/>
          </a:xfrm>
          <a:prstGeom prst="rect">
            <a:avLst/>
          </a:prstGeom>
          <a:solidFill>
            <a:srgbClr val="35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1645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5C6C7E"/>
                </a:solidFill>
                <a:latin typeface="Aptos"/>
              </a:defRPr>
            </a:pPr>
            <a:r>
              <a:t>WEEK 1  •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760720" cy="34747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Installed Kali Linux and Ubuntu in VirtualBox.</a:t>
            </a:r>
          </a:p>
          <a:p>
            <a:pPr>
              <a:spcAft>
                <a:spcPts val="11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Configured host-only networking for communication between the VMs.</a:t>
            </a:r>
          </a:p>
          <a:p>
            <a:pPr>
              <a:spcAft>
                <a:spcPts val="11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Practised checking interface addresses and testing connectivity.</a:t>
            </a:r>
          </a:p>
          <a:p>
            <a:pPr>
              <a:spcAft>
                <a:spcPts val="11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Used virtual machines to separate lab work from the main computer.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920240"/>
            <a:ext cx="4114800" cy="2423160"/>
          </a:xfrm>
          <a:prstGeom prst="roundRect">
            <a:avLst/>
          </a:prstGeom>
          <a:solidFill>
            <a:srgbClr val="EEF4FA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040880" y="1920240"/>
            <a:ext cx="73152" cy="2423160"/>
          </a:xfrm>
          <a:prstGeom prst="rect">
            <a:avLst/>
          </a:prstGeom>
          <a:solidFill>
            <a:srgbClr val="35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69480" y="2103120"/>
            <a:ext cx="3703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22039"/>
                </a:solidFill>
                <a:latin typeface="Aptos"/>
              </a:defRPr>
            </a:pPr>
            <a:r>
              <a:t>Lab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514600"/>
            <a:ext cx="3703320" cy="16916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Kali Linux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192.168.56.101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Ubuntu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192.168.56.102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4709160"/>
            <a:ext cx="41148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C6C7E"/>
                </a:solidFill>
                <a:latin typeface="Aptos"/>
              </a:defRPr>
            </a:pPr>
            <a:r>
              <a:t>Add your own screenshot of the VM settings or successful connectivity test 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122039"/>
                </a:solidFill>
                <a:latin typeface="Aptos"/>
              </a:defRPr>
            </a:pPr>
            <a:r>
              <a:t>Linux practical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05840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C6C7E"/>
                </a:solidFill>
                <a:latin typeface="Aptos"/>
              </a:defRPr>
            </a:pPr>
            <a:r>
              <a:t>Practised commands and basic system administration.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81328"/>
            <a:ext cx="777240" cy="54864"/>
          </a:xfrm>
          <a:prstGeom prst="rect">
            <a:avLst/>
          </a:prstGeom>
          <a:solidFill>
            <a:srgbClr val="35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1645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5C6C7E"/>
                </a:solidFill>
                <a:latin typeface="Aptos"/>
              </a:defRPr>
            </a:pPr>
            <a:r>
              <a:t>WEEK 1  • 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429000" cy="2331720"/>
          </a:xfrm>
          <a:prstGeom prst="roundRect">
            <a:avLst/>
          </a:prstGeom>
          <a:solidFill>
            <a:srgbClr val="EEF4FA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73152" cy="2331720"/>
          </a:xfrm>
          <a:prstGeom prst="rect">
            <a:avLst/>
          </a:prstGeom>
          <a:solidFill>
            <a:srgbClr val="266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22039"/>
                </a:solidFill>
                <a:latin typeface="Aptos"/>
              </a:defRPr>
            </a:pPr>
            <a:r>
              <a:t>Commands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3017520" cy="16001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Practised 30 Linux commands for navigation, files, and system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29000" cy="2331720"/>
          </a:xfrm>
          <a:prstGeom prst="roundRect">
            <a:avLst/>
          </a:prstGeom>
          <a:solidFill>
            <a:srgbClr val="EEF4FA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73152" cy="2331720"/>
          </a:xfrm>
          <a:prstGeom prst="rect">
            <a:avLst/>
          </a:prstGeom>
          <a:solidFill>
            <a:srgbClr val="35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22039"/>
                </a:solidFill>
                <a:latin typeface="Aptos"/>
              </a:defRPr>
            </a:pPr>
            <a:r>
              <a:t>Users &amp; permissions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23160"/>
            <a:ext cx="3017520" cy="16001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Created users and groups, then tested access to a shared directory.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828800"/>
            <a:ext cx="3429000" cy="2331720"/>
          </a:xfrm>
          <a:prstGeom prst="roundRect">
            <a:avLst/>
          </a:prstGeom>
          <a:solidFill>
            <a:srgbClr val="EEF4FA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828800"/>
            <a:ext cx="73152" cy="2331720"/>
          </a:xfrm>
          <a:prstGeom prst="rect">
            <a:avLst/>
          </a:prstGeom>
          <a:solidFill>
            <a:srgbClr val="37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2011680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22039"/>
                </a:solidFill>
                <a:latin typeface="Aptos"/>
              </a:defRPr>
            </a:pPr>
            <a:r>
              <a:t>Scheduled task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423160"/>
            <a:ext cx="3017520" cy="16001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Configured a cron job to append date/time output to a log file.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00600"/>
            <a:ext cx="10332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122039"/>
                </a:solidFill>
                <a:latin typeface="Aptos"/>
              </a:defRPr>
            </a:pPr>
            <a:r>
              <a:t>Key learning: use least privilege and verify permissions rather than assuming access is correct.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122039"/>
                </a:solidFill>
                <a:latin typeface="Aptos"/>
              </a:defRPr>
            </a:pPr>
            <a:r>
              <a:t>Hands-on learning platforms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05840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C6C7E"/>
                </a:solidFill>
                <a:latin typeface="Aptos"/>
              </a:defRPr>
            </a:pPr>
            <a:r>
              <a:t>Command-line practice and beginner cybersecurity learning.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81328"/>
            <a:ext cx="777240" cy="54864"/>
          </a:xfrm>
          <a:prstGeom prst="rect">
            <a:avLst/>
          </a:prstGeom>
          <a:solidFill>
            <a:srgbClr val="35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1645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5C6C7E"/>
                </a:solidFill>
                <a:latin typeface="Aptos"/>
              </a:defRPr>
            </a:pPr>
            <a:r>
              <a:t>WEEK 1  • 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074920" cy="2560320"/>
          </a:xfrm>
          <a:prstGeom prst="roundRect">
            <a:avLst/>
          </a:prstGeom>
          <a:solidFill>
            <a:srgbClr val="EEF4FA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73152" cy="2560320"/>
          </a:xfrm>
          <a:prstGeom prst="rect">
            <a:avLst/>
          </a:prstGeom>
          <a:solidFill>
            <a:srgbClr val="266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4663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22039"/>
                </a:solidFill>
                <a:latin typeface="Aptos"/>
              </a:defRPr>
            </a:pPr>
            <a:r>
              <a:t>OverTheWire Bandit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23160"/>
            <a:ext cx="4663440" cy="18287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Worked through levels up to Level 10.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Practised reading files, using shell commands, and solving command-line challenges.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Prepared a combined writeup.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74920" cy="2560320"/>
          </a:xfrm>
          <a:prstGeom prst="roundRect">
            <a:avLst/>
          </a:prstGeom>
          <a:solidFill>
            <a:srgbClr val="EEF4FA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73152" cy="2560320"/>
          </a:xfrm>
          <a:prstGeom prst="rect">
            <a:avLst/>
          </a:prstGeom>
          <a:solidFill>
            <a:srgbClr val="35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663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22039"/>
                </a:solidFill>
                <a:latin typeface="Aptos"/>
              </a:defRPr>
            </a:pPr>
            <a:r>
              <a:t>TryHackMe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23160"/>
            <a:ext cx="4663440" cy="18287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Prepared writeups for beginner topics including search skills, Linux, networking, LANs, and the Pyramid of Pain.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Add exact task answers and screenshots from rooms you completed.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8348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A53C37"/>
                </a:solidFill>
                <a:latin typeface="Aptos"/>
              </a:defRPr>
            </a:pPr>
            <a:r>
              <a:t>Do not include passwords or other sensitive information in reports or screenshots.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122039"/>
                </a:solidFill>
                <a:latin typeface="Aptos"/>
              </a:defRPr>
            </a:pPr>
            <a:r>
              <a:t>Key learnings &amp;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05840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C6C7E"/>
                </a:solidFill>
                <a:latin typeface="Aptos"/>
              </a:defRPr>
            </a:pPr>
            <a:r>
              <a:t>What improved during the first week.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81328"/>
            <a:ext cx="777240" cy="54864"/>
          </a:xfrm>
          <a:prstGeom prst="rect">
            <a:avLst/>
          </a:prstGeom>
          <a:solidFill>
            <a:srgbClr val="35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0" y="6446520"/>
            <a:ext cx="1645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5C6C7E"/>
                </a:solidFill>
                <a:latin typeface="Aptos"/>
              </a:defRPr>
            </a:pPr>
            <a:r>
              <a:t>WEEK 1  •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074920" cy="2926080"/>
          </a:xfrm>
          <a:prstGeom prst="roundRect">
            <a:avLst/>
          </a:prstGeom>
          <a:solidFill>
            <a:srgbClr val="EEF4FA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73152" cy="2926080"/>
          </a:xfrm>
          <a:prstGeom prst="rect">
            <a:avLst/>
          </a:prstGeom>
          <a:solidFill>
            <a:srgbClr val="266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4663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22039"/>
                </a:solidFill>
                <a:latin typeface="Aptos"/>
              </a:defRPr>
            </a:pPr>
            <a:r>
              <a:t>Key learnings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23160"/>
            <a:ext cx="4663440" cy="2194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• Linux terminal and file permissions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• IP addresses, ports, protocols, and LANs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• Virtual machine networking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• Documenting steps and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74920" cy="2926080"/>
          </a:xfrm>
          <a:prstGeom prst="roundRect">
            <a:avLst/>
          </a:prstGeom>
          <a:solidFill>
            <a:srgbClr val="EEF4FA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73152" cy="2926080"/>
          </a:xfrm>
          <a:prstGeom prst="rect">
            <a:avLst/>
          </a:prstGeom>
          <a:solidFill>
            <a:srgbClr val="37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663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22039"/>
                </a:solidFill>
                <a:latin typeface="Aptos"/>
              </a:defRPr>
            </a:pPr>
            <a:r>
              <a:t>Challenges &amp;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23160"/>
            <a:ext cx="4663440" cy="2194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• Faced setup and command-line issues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• Checked configuration and read error messages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• Retested commands and connectivity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 algn="l">
              <a:spcAft>
                <a:spcPts val="800"/>
              </a:spcAft>
              <a:defRPr sz="1300" b="0">
                <a:solidFill>
                  <a:srgbClr val="232D3C"/>
                </a:solidFill>
                <a:latin typeface="Aptos"/>
              </a:defRPr>
            </a:pPr>
            <a:r>
              <a:t>• Learned to troubleshoot step by 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12080"/>
            <a:ext cx="103327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5C6C7E"/>
                </a:solidFill>
                <a:latin typeface="Aptos"/>
              </a:defRPr>
            </a:pPr>
            <a:r>
              <a:t>Add a real screenshot of your own lab work to strengthen this slide.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40080"/>
            <a:ext cx="6400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35BED2"/>
                </a:solidFill>
                <a:latin typeface="Aptos"/>
              </a:defRPr>
            </a:pPr>
            <a:r>
              <a:t>WEEK 1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7498079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A strong start in</a:t>
            </a:r>
          </a:p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cybersecurity fundamentals.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54680"/>
            <a:ext cx="7772400" cy="237744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Built a basic Linux and networking lab.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Practised command-line and account-permission tasks.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Worked through Bandit and beginner learning materials.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Documented learning through notes, writeups, and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98932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35BED2"/>
                </a:solidFill>
                <a:latin typeface="Aptos"/>
              </a:defRPr>
            </a:pPr>
            <a:r>
              <a:t>Next: continue Linux and networking practice, then build SOC-focused monitoring skills.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585</Words>
  <Application>Microsoft Office PowerPoint</Application>
  <PresentationFormat>Widescreen</PresentationFormat>
  <Paragraphs>104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RAJDEEP CH.V.S.S</cp:lastModifiedBy>
  <cp:revision>1</cp:revision>
  <dcterms:created xsi:type="dcterms:W3CDTF">2013-01-27T09:14:16Z</dcterms:created>
  <dcterms:modified xsi:type="dcterms:W3CDTF">2026-10-19T14:06:11Z</dcterms:modified>
  <cp:category/>
</cp:coreProperties>
</file>